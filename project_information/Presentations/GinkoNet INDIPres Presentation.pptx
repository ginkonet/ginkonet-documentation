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3d21f95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3d21f95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3d21f95b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3d21f95b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3d21f95b8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3d21f95b8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3d21f95b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3d21f95b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3d21f95b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43d21f95b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5a721f9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45a721f9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GINKONet Project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(Greater Indiana, Kentucky, and Ohio Network)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592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</a:t>
            </a:r>
            <a:r>
              <a:rPr lang="en" sz="3800"/>
              <a:t>GINKONet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311700" y="1611850"/>
            <a:ext cx="4708500" cy="29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proposed PLN for the greater Indiana, Kentucky, and Ohio region created by former MetaArchive members 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</a:t>
            </a:r>
            <a:r>
              <a:rPr lang="en"/>
              <a:t>GINKONet</a:t>
            </a:r>
            <a:r>
              <a:rPr lang="en"/>
              <a:t> Project was started in April 2024 when MetaArchive announced that it would be sunsetting 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September 2024 applied to a IMLS Grant 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November</a:t>
            </a:r>
            <a:r>
              <a:rPr lang="en"/>
              <a:t> 2024 created biweekly working meetings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February</a:t>
            </a:r>
            <a:r>
              <a:rPr lang="en"/>
              <a:t> 2025 coordinated with LOCKSS to begin the process of transforming the Dandelion Archive into GinkoNet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April 2025 applied to Gladys Brooke Foundation Grant</a:t>
            </a:r>
            <a:endParaRPr/>
          </a:p>
        </p:txBody>
      </p:sp>
      <p:pic>
        <p:nvPicPr>
          <p:cNvPr id="136" name="Google Shape;136;p14"/>
          <p:cNvPicPr preferRelativeResize="0"/>
          <p:nvPr/>
        </p:nvPicPr>
        <p:blipFill rotWithShape="1">
          <a:blip r:embed="rId3">
            <a:alphaModFix/>
          </a:blip>
          <a:srcRect b="0" l="25834" r="25887" t="0"/>
          <a:stretch/>
        </p:blipFill>
        <p:spPr>
          <a:xfrm>
            <a:off x="6171475" y="303600"/>
            <a:ext cx="257515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4750" y="1925725"/>
            <a:ext cx="1795950" cy="129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4"/>
          <p:cNvPicPr preferRelativeResize="0"/>
          <p:nvPr/>
        </p:nvPicPr>
        <p:blipFill rotWithShape="1">
          <a:blip r:embed="rId5">
            <a:alphaModFix/>
          </a:blip>
          <a:srcRect b="33900" l="0" r="0" t="34580"/>
          <a:stretch/>
        </p:blipFill>
        <p:spPr>
          <a:xfrm>
            <a:off x="5049403" y="2382200"/>
            <a:ext cx="2071600" cy="65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34784" y="3465950"/>
            <a:ext cx="2601379" cy="47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4"/>
          <p:cNvPicPr preferRelativeResize="0"/>
          <p:nvPr/>
        </p:nvPicPr>
        <p:blipFill rotWithShape="1">
          <a:blip r:embed="rId7">
            <a:alphaModFix/>
          </a:blip>
          <a:srcRect b="31549" l="0" r="0" t="20364"/>
          <a:stretch/>
        </p:blipFill>
        <p:spPr>
          <a:xfrm>
            <a:off x="5455062" y="4094175"/>
            <a:ext cx="3360850" cy="47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Goals 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785075" y="18002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Create a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sustainable, reliable, community-led, low-cost digital preservation network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regional digital preservation community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Resolve some of the major issues that caused MetaArchive to fall apart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lphaL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Universal Ingest plugin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lphaL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Streamline governance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lphaL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overhead cost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Costs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819150" y="1990725"/>
            <a:ext cx="74778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Cost are going to be similar to MetaArchive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No Educopia fees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Eliminate overhead cost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Start up Cost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Equipment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Technical Setup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Governance Setup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1250" y="2462750"/>
            <a:ext cx="3046500" cy="71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819150" y="1990725"/>
            <a:ext cx="32676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2</a:t>
            </a:r>
            <a:r>
              <a:rPr b="1" lang="en"/>
              <a:t>025</a:t>
            </a:r>
            <a:r>
              <a:rPr lang="en"/>
              <a:t> - Set up  LOCKSS 2.0 network with </a:t>
            </a:r>
            <a:r>
              <a:rPr lang="en"/>
              <a:t>existing</a:t>
            </a:r>
            <a:r>
              <a:rPr lang="en"/>
              <a:t> MetaArchive equipment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2025 - </a:t>
            </a:r>
            <a:r>
              <a:rPr lang="en"/>
              <a:t>Apply for additional grant funding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TBD</a:t>
            </a:r>
            <a:r>
              <a:rPr lang="en"/>
              <a:t> - ingest content into network with DART or other user friendly ingest tool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TBD - </a:t>
            </a:r>
            <a:r>
              <a:rPr lang="en"/>
              <a:t>Finalize governance documentation </a:t>
            </a:r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950" y="1666350"/>
            <a:ext cx="4422450" cy="255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Challenges 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project will take time to implement.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success of </a:t>
            </a:r>
            <a:r>
              <a:rPr lang="en"/>
              <a:t>GINKONet</a:t>
            </a:r>
            <a:r>
              <a:rPr lang="en"/>
              <a:t> is based on the time and sweat equity people dedicate to the project.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recommended that a LOCKSS network has 5 nodes.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Purdue, </a:t>
            </a:r>
            <a:r>
              <a:rPr lang="en"/>
              <a:t>Louisville</a:t>
            </a:r>
            <a:r>
              <a:rPr lang="en"/>
              <a:t>, Case Western - self host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InDiPres - node hosted by IU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Paid node - hosted by LOCKSS Program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819150" y="852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Involved / Q&amp;A</a:t>
            </a:r>
            <a:endParaRPr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819150" y="1990725"/>
            <a:ext cx="27909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Working Group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Ben Parnin (Purdue)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Reid Boehm (Purdue)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Justin Clark (InDiPres)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Rachel Howard (Louisville)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Hannah Pryor (Louisville)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3998250" y="2313550"/>
            <a:ext cx="2636400" cy="1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Alyssa Pierce (Case Western)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Snowden Becker (LOCKSS Program)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Thib Guicherd-Callin (LOCKSS Program)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